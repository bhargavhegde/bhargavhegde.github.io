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Amatic SC"/>
      <p:regular r:id="rId22"/>
      <p:bold r:id="rId23"/>
    </p:embeddedFont>
    <p:embeddedFont>
      <p:font typeface="Source Code Pr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AmaticSC-regular.fntdata"/><Relationship Id="rId21" Type="http://schemas.openxmlformats.org/officeDocument/2006/relationships/slide" Target="slides/slide17.xml"/><Relationship Id="rId24" Type="http://schemas.openxmlformats.org/officeDocument/2006/relationships/font" Target="fonts/SourceCodePro-regular.fntdata"/><Relationship Id="rId23" Type="http://schemas.openxmlformats.org/officeDocument/2006/relationships/font" Target="fonts/AmaticSC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ourceCodePro-italic.fntdata"/><Relationship Id="rId25" Type="http://schemas.openxmlformats.org/officeDocument/2006/relationships/font" Target="fonts/SourceCodePro-bold.fntdata"/><Relationship Id="rId27" Type="http://schemas.openxmlformats.org/officeDocument/2006/relationships/font" Target="fonts/SourceCodePr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2266640a3_0_20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2266640a3_0_2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2266640a3_0_2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2266640a3_0_2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266640a3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2266640a3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c2211d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c2211d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c2211d0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c2211d0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266640a3_0_20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266640a3_0_2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266640a3_0_20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2266640a3_0_2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266640a3_0_2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266640a3_0_2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c2211d0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c2211d0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c2211d0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c2211d0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c2211d0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c2211d0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266640a3_0_2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2266640a3_0_2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266640a3_0_2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266640a3_0_2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266640a3_0_2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2266640a3_0_2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2266640a3_0_2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2266640a3_0_2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266640a3_0_2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2266640a3_0_2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tEEoRHGqwK0ZfQK1HWRh-r46z2ZHTeJX/view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824000" y="1438874"/>
            <a:ext cx="7841700" cy="17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6000"/>
              <a:t>Laser shooter -  a  raspberry-pi project</a:t>
            </a:r>
            <a:endParaRPr b="0" i="1" sz="6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60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Abstract-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/>
              <a:t>A robot using raspberry pi 3, that uses a pi camera module,a laser light source and a combination of two micro servo motors to track a particular object of a particular colour and shine laser light on that object.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Video from bhargav hegde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825" y="163275"/>
            <a:ext cx="7896050" cy="492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399" y="-162650"/>
            <a:ext cx="7954325" cy="530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525" y="220568"/>
            <a:ext cx="6242501" cy="48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425" y="88775"/>
            <a:ext cx="5752551" cy="575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2489825" y="53100"/>
            <a:ext cx="3782100" cy="7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Micro Servo Motor-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5600" y="687738"/>
            <a:ext cx="4592797" cy="334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750" y="801000"/>
            <a:ext cx="5312819" cy="39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090175" y="227250"/>
            <a:ext cx="3155400" cy="6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O</a:t>
            </a:r>
            <a:r>
              <a:rPr lang="en-GB"/>
              <a:t>pen</a:t>
            </a:r>
            <a:r>
              <a:rPr lang="en-GB" sz="4800"/>
              <a:t>CV-</a:t>
            </a:r>
            <a:endParaRPr sz="4800"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OpenCV (Open Source Computer Vision Library) is an open source computer vision and machine learning software library. OpenCV was built to provide a common infrastructure for computer vision applications and to accelerate the use of machine perception in the commercial products. Being a BSD-licensed product, OpenCV makes it easy for businesses to utilize and modify the code.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2516050" y="214125"/>
            <a:ext cx="44907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GPIO pinout-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25" y="806621"/>
            <a:ext cx="9144001" cy="4184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27" y="1093850"/>
            <a:ext cx="5007215" cy="334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/>
          <p:nvPr/>
        </p:nvSpPr>
        <p:spPr>
          <a:xfrm>
            <a:off x="1970850" y="640175"/>
            <a:ext cx="5202300" cy="32604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 txBox="1"/>
          <p:nvPr/>
        </p:nvSpPr>
        <p:spPr>
          <a:xfrm>
            <a:off x="1365325" y="388400"/>
            <a:ext cx="7767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(0,0)</a:t>
            </a:r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7191475" y="3871175"/>
            <a:ext cx="11769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(720, 544)</a:t>
            </a:r>
            <a:endParaRPr/>
          </a:p>
        </p:txBody>
      </p:sp>
      <p:sp>
        <p:nvSpPr>
          <p:cNvPr id="121" name="Google Shape;121;p22"/>
          <p:cNvSpPr txBox="1"/>
          <p:nvPr/>
        </p:nvSpPr>
        <p:spPr>
          <a:xfrm>
            <a:off x="7191475" y="482550"/>
            <a:ext cx="13536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(0, 720)</a:t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1200550" y="3900575"/>
            <a:ext cx="8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(544, 0)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/>
        </p:nvSpPr>
        <p:spPr>
          <a:xfrm>
            <a:off x="3912900" y="229500"/>
            <a:ext cx="13182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1465</a:t>
            </a:r>
            <a:endParaRPr sz="2400"/>
          </a:p>
        </p:txBody>
      </p:sp>
      <p:sp>
        <p:nvSpPr>
          <p:cNvPr id="128" name="Google Shape;128;p23"/>
          <p:cNvSpPr txBox="1"/>
          <p:nvPr/>
        </p:nvSpPr>
        <p:spPr>
          <a:xfrm>
            <a:off x="3936450" y="4608000"/>
            <a:ext cx="12711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1285</a:t>
            </a:r>
            <a:endParaRPr sz="2400"/>
          </a:p>
        </p:txBody>
      </p:sp>
      <p:sp>
        <p:nvSpPr>
          <p:cNvPr id="129" name="Google Shape;129;p23"/>
          <p:cNvSpPr txBox="1"/>
          <p:nvPr/>
        </p:nvSpPr>
        <p:spPr>
          <a:xfrm>
            <a:off x="7112800" y="2295150"/>
            <a:ext cx="11652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1600</a:t>
            </a:r>
            <a:endParaRPr sz="2400"/>
          </a:p>
        </p:txBody>
      </p:sp>
      <p:sp>
        <p:nvSpPr>
          <p:cNvPr id="130" name="Google Shape;130;p23"/>
          <p:cNvSpPr txBox="1"/>
          <p:nvPr/>
        </p:nvSpPr>
        <p:spPr>
          <a:xfrm>
            <a:off x="941650" y="2353950"/>
            <a:ext cx="11652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1845</a:t>
            </a:r>
            <a:endParaRPr sz="2400"/>
          </a:p>
        </p:txBody>
      </p:sp>
      <p:sp>
        <p:nvSpPr>
          <p:cNvPr id="131" name="Google Shape;131;p23"/>
          <p:cNvSpPr/>
          <p:nvPr/>
        </p:nvSpPr>
        <p:spPr>
          <a:xfrm>
            <a:off x="1855150" y="723900"/>
            <a:ext cx="5230500" cy="38841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/>
          <p:nvPr/>
        </p:nvSpPr>
        <p:spPr>
          <a:xfrm>
            <a:off x="4168300" y="723900"/>
            <a:ext cx="604200" cy="38841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/>
          <p:nvPr/>
        </p:nvSpPr>
        <p:spPr>
          <a:xfrm>
            <a:off x="1828000" y="2253900"/>
            <a:ext cx="5284800" cy="635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900200" y="8952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calculation...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219450"/>
            <a:ext cx="8520600" cy="33402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r>
              <a:rPr lang="en-GB"/>
              <a:t>Cx = x coordinates of the object.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 Cx = y coordinates of the object.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 x  = respective duty cycle for servo 1(x-coordinates)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 y  = respective duty cycle for servo 2(y- coordinates)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         </a:t>
            </a:r>
            <a:r>
              <a:rPr lang="en-GB" sz="2400"/>
              <a:t>x = 1845 - ( ( 245 / 720 ) * cx )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2400"/>
              <a:t>       y = 1465 - ( ( 180 / 544 ) * cy )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2621025" y="437175"/>
            <a:ext cx="4503900" cy="9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challenges-</a:t>
            </a:r>
            <a:endParaRPr sz="4800"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141125" y="2120925"/>
            <a:ext cx="8520600" cy="15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-hardware</a:t>
            </a:r>
            <a:endParaRPr sz="3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3000"/>
              <a:t>-software</a:t>
            </a:r>
            <a:endParaRPr sz="3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2946450" y="338675"/>
            <a:ext cx="4763100" cy="7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Hardware challenges-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1033375" y="2294025"/>
            <a:ext cx="29646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1.laser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2.</a:t>
            </a:r>
            <a:r>
              <a:rPr lang="en-GB"/>
              <a:t>sturdiness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3.camera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2144575" y="212675"/>
            <a:ext cx="4476600" cy="7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Software challenges-</a:t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403325" y="2007675"/>
            <a:ext cx="4568400" cy="15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1.Installing OpenCV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2.servo jitters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3.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2339300" y="1289475"/>
            <a:ext cx="5141100" cy="7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/>
              <a:t>Any  questions..!?</a:t>
            </a:r>
            <a:endParaRPr sz="6000"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7205475" y="3539725"/>
            <a:ext cx="1626900" cy="10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8"/>
          <p:cNvSpPr/>
          <p:nvPr/>
        </p:nvSpPr>
        <p:spPr>
          <a:xfrm>
            <a:off x="3539775" y="2714925"/>
            <a:ext cx="1729800" cy="17391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244300" y="1827850"/>
            <a:ext cx="4648500" cy="9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9600"/>
              <a:t>T</a:t>
            </a:r>
            <a:r>
              <a:rPr b="0" i="1" lang="en-GB" sz="7200"/>
              <a:t>HANK   </a:t>
            </a:r>
            <a:r>
              <a:rPr b="0" i="1" lang="en-GB" sz="9600"/>
              <a:t>Y</a:t>
            </a:r>
            <a:r>
              <a:rPr b="0" i="1" lang="en-GB" sz="7200"/>
              <a:t>OU.</a:t>
            </a:r>
            <a:endParaRPr b="0" i="1" sz="7200"/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4066675"/>
            <a:ext cx="23460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